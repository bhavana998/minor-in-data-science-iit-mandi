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Reinforcement Learning-Driven Patch Attention</a:t>
            </a:r>
          </a:p>
          <a:p>
            <a:r>
              <a:t>for Urban Scene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SETTY BHAVANA </a:t>
            </a:r>
          </a:p>
          <a:p>
            <a:r>
              <a:rPr lang="en-GB" dirty="0"/>
              <a:t> [IITMCS_240681]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Traditional segmentation → treats every pixel equally</a:t>
            </a:r>
          </a:p>
          <a:p>
            <a:r>
              <a:t>Real-world driving → focus on critical regions (road, car, pedestrian)</a:t>
            </a:r>
          </a:p>
          <a:p>
            <a:r>
              <a:t>Proposed: RL-driven patch attention + UNet for better segmentation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Design RL-based attention mechanism for patch-wise focus</a:t>
            </a:r>
          </a:p>
          <a:p>
            <a:r>
              <a:t>Actor-Critic agent assigns attention weights</a:t>
            </a:r>
          </a:p>
          <a:p>
            <a:r>
              <a:t>UNet performs segmentation on attention-weighted image</a:t>
            </a:r>
          </a:p>
          <a:p>
            <a:r>
              <a:t>Goal: maximize mIoU (esp. road, car, pedestrian)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Build patch-level Actor-Critic attention policy</a:t>
            </a:r>
          </a:p>
          <a:p>
            <a:r>
              <a:t>Integrate RL-attention with UNet</a:t>
            </a:r>
          </a:p>
          <a:p>
            <a:r>
              <a:t>Improve accuracy on crucial classes</a:t>
            </a:r>
          </a:p>
          <a:p>
            <a:r>
              <a:t>Visualize attention maps &amp; interpret behavior</a:t>
            </a:r>
          </a:p>
          <a:p>
            <a:r>
              <a:t>Benchmark vs vanilla UNet/self-attention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Dataset: Cityscapes Mini (128×128 images)</a:t>
            </a:r>
          </a:p>
          <a:p>
            <a:r>
              <a:t>Concepts: Actor-Critic RL, Spatial Attention, UNet</a:t>
            </a:r>
          </a:p>
          <a:p>
            <a:r>
              <a:t>Libraries: PyTorch/TensorFlow, OpenCV, Matplotlib, Seaborn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(Step 1-2)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Preprocessing: Resize to 128×128, Normalize, Divide into NxN patches</a:t>
            </a:r>
          </a:p>
          <a:p>
            <a:r>
              <a:t>Feature Extraction: CNN to extract patch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(Step 3-5)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Actor-Critic RL Setup:</a:t>
            </a:r>
          </a:p>
          <a:p>
            <a:r>
              <a:t>- Actor → outputs patch attention weights</a:t>
            </a:r>
          </a:p>
          <a:p>
            <a:r>
              <a:t>- Critic → evaluates reward (mIoU)</a:t>
            </a:r>
          </a:p>
          <a:p>
            <a:r>
              <a:t>- Action → assign patch-wise attention</a:t>
            </a:r>
          </a:p>
          <a:p>
            <a:r>
              <a:t>Segmentation Pipeline: Apply attention → UNet → compare GT</a:t>
            </a:r>
          </a:p>
          <a:p>
            <a:r>
              <a:t>Training Loop: RL + UNet joint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Mean IoU (road, car, pedestrian focus)</a:t>
            </a:r>
          </a:p>
          <a:p>
            <a:r>
              <a:t>Attention Map Visualization (heatmaps)</a:t>
            </a:r>
          </a:p>
          <a:p>
            <a:r>
              <a:t>Reward Trend (episode convergence)</a:t>
            </a:r>
          </a:p>
          <a:p>
            <a:r>
              <a:t>Overlay Outputs (input, prediction, GT)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Jupyter Notebook: training + evaluation</a:t>
            </a:r>
          </a:p>
          <a:p>
            <a:r>
              <a:t>Demo Video: live patch attention visualization</a:t>
            </a:r>
          </a:p>
          <a:p>
            <a:r>
              <a:t>Final Report: methods, results, plots</a:t>
            </a:r>
          </a:p>
          <a:p>
            <a:r>
              <a:t>Graphs: IoU vs episodes, reward curves</a:t>
            </a:r>
          </a:p>
          <a:p>
            <a:r>
              <a:t>Visuals: attention maps &amp; segmentation overlays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D9C254D-8EF0-B817-4F87-0B8B312F2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1873251" y="-204110"/>
            <a:ext cx="4962072" cy="742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75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7AA9C9-1DC4-3B76-2B90-8D2290386E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1857" y="1073490"/>
            <a:ext cx="6640286" cy="471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56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Week-Wise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Week 1: Data prep + patching</a:t>
            </a:r>
          </a:p>
          <a:p>
            <a:r>
              <a:t>Week 2: Actor-Critic setup + UNet pipeline</a:t>
            </a:r>
          </a:p>
          <a:p>
            <a:r>
              <a:t>Week 3: Joint training &amp; evaluation</a:t>
            </a:r>
          </a:p>
          <a:p>
            <a:r>
              <a:t>Week 4: Visualization, report, PPT, video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RL-driven patch attention improves segmentation on key classes</a:t>
            </a:r>
          </a:p>
          <a:p>
            <a:r>
              <a:t>Actor-Critic learns to highlight informative regions</a:t>
            </a:r>
          </a:p>
          <a:p>
            <a:r>
              <a:t>Outperforms vanilla UNet on urban scene segmentation</a:t>
            </a:r>
          </a:p>
          <a:p>
            <a:r>
              <a:t>Future work: extend to larger datasets, multi-scale patches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Reinforcement Learning-Driven Patch Attention for Urban Scene Segmentation</vt:lpstr>
      <vt:lpstr>Introduction</vt:lpstr>
      <vt:lpstr>Problem Statement</vt:lpstr>
      <vt:lpstr>Objectives</vt:lpstr>
      <vt:lpstr>Background &amp; Resources</vt:lpstr>
      <vt:lpstr>Methodology (Step 1-2)</vt:lpstr>
      <vt:lpstr>Methodology (Step 3-5)</vt:lpstr>
      <vt:lpstr>Evaluation Metrics</vt:lpstr>
      <vt:lpstr>Deliverables</vt:lpstr>
      <vt:lpstr>PowerPoint Presentation</vt:lpstr>
      <vt:lpstr>PowerPoint Presentation</vt:lpstr>
      <vt:lpstr>Week-Wise Plan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Learning-Driven Patch Attention for Urban Scene Segmentation</dc:title>
  <dc:subject/>
  <dc:creator/>
  <cp:keywords/>
  <dc:description>generated using python-pptx</dc:description>
  <cp:lastModifiedBy>Smiley Bhavana</cp:lastModifiedBy>
  <cp:revision>2</cp:revision>
  <dcterms:created xsi:type="dcterms:W3CDTF">2013-01-27T09:14:16Z</dcterms:created>
  <dcterms:modified xsi:type="dcterms:W3CDTF">2025-09-20T18:00:42Z</dcterms:modified>
  <cp:category/>
</cp:coreProperties>
</file>